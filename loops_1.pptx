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Langley" userId="11f8f21e-3cec-490f-96f0-cedd502e4373" providerId="ADAL" clId="{AAF62035-DC4D-4A1A-8454-B905873A5E99}"/>
    <pc:docChg chg="modSld">
      <pc:chgData name="Anthony Langley" userId="11f8f21e-3cec-490f-96f0-cedd502e4373" providerId="ADAL" clId="{AAF62035-DC4D-4A1A-8454-B905873A5E99}" dt="2026-10-07T18:00:16.826" v="0" actId="20577"/>
      <pc:docMkLst>
        <pc:docMk/>
      </pc:docMkLst>
      <pc:sldChg chg="modSp mod">
        <pc:chgData name="Anthony Langley" userId="11f8f21e-3cec-490f-96f0-cedd502e4373" providerId="ADAL" clId="{AAF62035-DC4D-4A1A-8454-B905873A5E99}" dt="2026-10-07T18:00:16.826" v="0" actId="20577"/>
        <pc:sldMkLst>
          <pc:docMk/>
          <pc:sldMk cId="225341975" sldId="256"/>
        </pc:sldMkLst>
        <pc:spChg chg="mod">
          <ac:chgData name="Anthony Langley" userId="11f8f21e-3cec-490f-96f0-cedd502e4373" providerId="ADAL" clId="{AAF62035-DC4D-4A1A-8454-B905873A5E99}" dt="2026-10-07T18:00:16.826" v="0" actId="20577"/>
          <ac:spMkLst>
            <pc:docMk/>
            <pc:sldMk cId="225341975" sldId="256"/>
            <ac:spMk id="3" creationId="{8DF3BFCB-995C-2792-E2FF-0EDE293E65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CF0F-9529-F8A5-D95A-10DA7FC7C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8CC0B-CD27-E29D-8583-B13F6750C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0DDA2-82A3-0243-EB89-587EDA9D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488A-42F0-3784-7BFC-08C40DAB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D963C-05BB-FD01-7C7D-C621AD16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6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B0AB-69C3-46A5-09CF-0AA7ACDF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146CA-2B7C-5B32-102A-07FA6947F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63D40-F8F6-589C-1A1E-0CFA8401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BD857-B53B-44DD-2631-D0788120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646A7-7094-4B33-5D37-BE7F9D7C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83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CC4F-6B9B-B405-511E-702C291E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457AC-0CEE-8014-1ED8-ED9CF7161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FD13-FB43-FB41-4F5C-62830F37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D6D7-857D-0757-8E77-6AAE706B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EED84-D9AC-82B1-8232-2FBE4C20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FF1C-158A-126E-FDA9-AE46F3E8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3416-BCF3-0D0D-852B-72407DB7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7D29F-D1AD-492A-2F61-A07354E37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91DD2-182B-EE92-1778-1DC17BAC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4E190-0D99-6690-6E77-03773CD7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EF7F2-5ABE-31E6-EAAB-1BD0193E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8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E119-0093-3863-99B4-F57427A5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80BD3-B06F-7AFD-2007-88F297BC3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64F24-434B-85A4-1B16-F87E478AD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901E9-0124-BE86-82CF-40D65E570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9E018-11CC-350C-FA29-A8477AF36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C8445-C845-14E1-496E-22E492F8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C71A4-8DB2-4A1E-425E-F9E1C177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E28F0-28EC-A1D0-6DE3-95747AA1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2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40AD-98A7-D26A-F24D-9AE1C6FB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FDFAA-8497-43A7-D19D-DFA262B5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EF292-8ADF-B090-CF97-95EDD1EF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DCB9B-06C7-06DB-F9C4-DB48E73D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9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0FAAB-35B8-A2CE-49F3-B4779633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A36E5-8850-10FC-9C70-1B2C3514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1942B-D546-204A-1502-A5DC31AF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7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AD96-B7AC-6179-3405-F2A16E25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E11C0-01C2-69BF-362F-F6AE14EEE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144AE-10A9-818B-2DC0-5854E5922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4B9A-82F9-12BA-F5C0-8DAB1AEA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BC91B-B690-5132-A31C-4B1B3363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142BB-E374-3157-1C91-09BAD8E0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7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1A86-8255-4219-72FC-5D3AA244E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A1211-BABD-E5F3-B19E-31AB5B6B5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F2C09-A948-1FCA-8FBB-6F3F97789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91F86-559E-7773-E7B7-DD3740A6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264AC-1226-59AE-3E0C-5313EC45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287FE-0D6F-0072-3B69-EAEE4919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6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75BB-1C1D-5FEB-4877-E18791B2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946B4-B1C3-8974-02A1-28D5452CD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FEEA1-58B5-2CD2-DDF1-DF2FA4CC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D275C-3B29-3B43-5491-062B2331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602EC-0CD5-BA1D-A437-67B4E935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0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B59B4-DFAF-330A-342F-A91B68644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F0244-F532-5623-165C-6503E109A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45C4-AB54-06E4-AFB8-58E994A8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DD24-812A-CFD1-C251-6A16A16D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AB4A2-CA86-351D-F4DB-5BCA0834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6953F-E523-CEFA-FE35-3CD8F1EF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C6BF9-7458-221E-72B5-798B1400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9E121-2BF6-7157-C313-F0214BF1C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C64C0-18A7-48B7-814C-55FEF0FA630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602FA-9BBE-96AF-BA7C-897051333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D4C61-139D-59FF-562B-53D205056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20D17-9F16-45CF-9D38-77A43F55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3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059D-6EA0-B9AA-836F-A8E491C80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3BFCB-995C-2792-E2FF-0EDE293E6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02BA-76D9-C433-2A89-ADAF06B0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26F1-C4FF-A17A-9FAE-65D4A791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Branching has allowed us to make various decisions in our code</a:t>
            </a:r>
          </a:p>
          <a:p>
            <a:r>
              <a:rPr lang="en-US" dirty="0"/>
              <a:t>What if we wanted to perform an action multiple times? </a:t>
            </a:r>
          </a:p>
          <a:p>
            <a:pPr lvl="1"/>
            <a:r>
              <a:rPr lang="en-US" dirty="0"/>
              <a:t>How would we do that now? </a:t>
            </a:r>
          </a:p>
          <a:p>
            <a:pPr lvl="2"/>
            <a:r>
              <a:rPr lang="en-US" dirty="0"/>
              <a:t>Copy and paste?</a:t>
            </a:r>
          </a:p>
          <a:p>
            <a:pPr lvl="2"/>
            <a:r>
              <a:rPr lang="en-US" dirty="0"/>
              <a:t>Functions (we haven't covered these) and then copy and paste?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7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68F2-11BC-4965-246F-5DB06351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2943D-FC5B-BA10-9278-6099356F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 allow us to repeat code until a given condition has been met.</a:t>
            </a:r>
          </a:p>
          <a:p>
            <a:r>
              <a:rPr lang="en-US" dirty="0"/>
              <a:t>Loops are made of two parts </a:t>
            </a:r>
          </a:p>
          <a:p>
            <a:pPr lvl="1"/>
            <a:r>
              <a:rPr lang="en-US" dirty="0"/>
              <a:t>loop expression</a:t>
            </a:r>
          </a:p>
          <a:p>
            <a:pPr lvl="1"/>
            <a:r>
              <a:rPr lang="en-US" dirty="0"/>
              <a:t>loop body</a:t>
            </a:r>
          </a:p>
          <a:p>
            <a:r>
              <a:rPr lang="en-US" dirty="0"/>
              <a:t>Iteration </a:t>
            </a:r>
          </a:p>
          <a:p>
            <a:pPr lvl="1"/>
            <a:r>
              <a:rPr lang="en-US" dirty="0"/>
              <a:t>each time we move through the statements in the loop body is known as an iteration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3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953B-907F-96FB-B85B-F692B333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AA372-C7F4-A5F4-83F7-9513BBA1A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kinds of Loops </a:t>
            </a:r>
          </a:p>
          <a:p>
            <a:pPr lvl="1"/>
            <a:r>
              <a:rPr lang="en-US" dirty="0"/>
              <a:t>While Loops</a:t>
            </a:r>
          </a:p>
          <a:p>
            <a:pPr lvl="1"/>
            <a:r>
              <a:rPr lang="en-US" dirty="0"/>
              <a:t>For (each) Loops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1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AADA-9279-CD01-CDC4-8BE61CC5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66ED4-1E94-E750-4B23-892BCA7A2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while loops</a:t>
            </a:r>
            <a:r>
              <a:rPr lang="en-US" dirty="0"/>
              <a:t> runs a block of code repeatedly as long as a the loop's condition is True </a:t>
            </a:r>
          </a:p>
          <a:p>
            <a:pPr lvl="1"/>
            <a:r>
              <a:rPr lang="en-US" dirty="0"/>
              <a:t>if it is False the loop ends and does not run the loop's body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56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5FE1-2855-C3C5-68D3-9BB6C690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C0AD-2F06-061B-7C3E-29296083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Sentinel</a:t>
            </a:r>
            <a:r>
              <a:rPr lang="en-US" dirty="0"/>
              <a:t> value is a value that causes a loop to end. </a:t>
            </a:r>
          </a:p>
          <a:p>
            <a:pPr lvl="1"/>
            <a:r>
              <a:rPr lang="en-US" dirty="0"/>
              <a:t>can be, but not limited to: </a:t>
            </a:r>
          </a:p>
          <a:p>
            <a:pPr lvl="2"/>
            <a:r>
              <a:rPr lang="en-US" dirty="0"/>
              <a:t>number value</a:t>
            </a:r>
          </a:p>
          <a:p>
            <a:pPr lvl="2"/>
            <a:r>
              <a:rPr lang="en-US" dirty="0"/>
              <a:t>string value</a:t>
            </a:r>
          </a:p>
          <a:p>
            <a:pPr lvl="2"/>
            <a:r>
              <a:rPr lang="en-US" dirty="0"/>
              <a:t>user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447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E1C2-48C9-1F3C-DD8D-A682CF2E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D6EA-3CEB-5304-15C0-E499C03C0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good is a while loop? </a:t>
            </a:r>
          </a:p>
          <a:p>
            <a:pPr lvl="1"/>
            <a:r>
              <a:rPr lang="en-US" dirty="0"/>
              <a:t>used when you do not know how many times a loop will actually run</a:t>
            </a:r>
          </a:p>
          <a:p>
            <a:r>
              <a:rPr lang="en-US" dirty="0"/>
              <a:t>Why wouldn’t you use a while loop?</a:t>
            </a:r>
          </a:p>
          <a:p>
            <a:pPr lvl="1"/>
            <a:r>
              <a:rPr lang="en-US" dirty="0"/>
              <a:t>Infinite loops</a:t>
            </a:r>
          </a:p>
          <a:p>
            <a:pPr lvl="2"/>
            <a:r>
              <a:rPr lang="en-US" dirty="0"/>
              <a:t>A loop never stops running because the condition is always True</a:t>
            </a:r>
          </a:p>
        </p:txBody>
      </p:sp>
    </p:spTree>
    <p:extLst>
      <p:ext uri="{BB962C8B-B14F-4D97-AF65-F5344CB8AC3E}">
        <p14:creationId xmlns:p14="http://schemas.microsoft.com/office/powerpoint/2010/main" val="18505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Loops</vt:lpstr>
      <vt:lpstr>Loops</vt:lpstr>
      <vt:lpstr>Loops</vt:lpstr>
      <vt:lpstr>Loops</vt:lpstr>
      <vt:lpstr>While Loops</vt:lpstr>
      <vt:lpstr>While Loops</vt:lpstr>
      <vt:lpstr>While Loops</vt:lpstr>
    </vt:vector>
  </TitlesOfParts>
  <Company>Grand Valley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Langley</dc:creator>
  <cp:lastModifiedBy>Anthony Langley</cp:lastModifiedBy>
  <cp:revision>1</cp:revision>
  <dcterms:created xsi:type="dcterms:W3CDTF">2026-07-17T02:07:35Z</dcterms:created>
  <dcterms:modified xsi:type="dcterms:W3CDTF">2026-10-07T18:00:20Z</dcterms:modified>
</cp:coreProperties>
</file>